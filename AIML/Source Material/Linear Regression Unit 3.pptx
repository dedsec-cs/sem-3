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FF7E4-1B9B-4C60-86A5-035963D001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AA27A-6D90-48D5-B9E5-AEBF4560F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50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F593-77D9-48BD-B3FD-DEA268AE96E0}" type="datetime1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8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A96A2-1DF9-43AC-99F7-64457CF49B03}" type="datetime1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1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E56-D257-449B-AD9B-83AD322247EB}" type="datetime1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24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5FC9E-54EB-4F4E-924E-BC84A68F2BB2}" type="datetime1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73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D71FE-6877-456B-B780-54B3874651A9}" type="datetime1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32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4C0A5-B37A-44E3-8B04-04315406A7E8}" type="datetime1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68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C35D-9154-4338-BBC7-B0F6693DC121}" type="datetime1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4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B754-A781-43CE-9D4E-9F06B514B494}" type="datetime1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4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078-48F0-48AD-8C4B-E7A006F1D5C9}" type="datetime1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31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8E08-7401-4D21-A7E5-7CEAC45612BB}" type="datetime1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1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159C-5E57-4291-A1C3-F9E196FEA7A2}" type="datetime1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55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21761-6180-4A80-80C9-4562BF083063}" type="datetime1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3F02-AEC8-47F4-80B8-73178402A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390101"/>
            <a:ext cx="11374437" cy="607779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1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EA13-EE59-48CA-8C63-B97AF7BDABD4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41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7" y="413916"/>
            <a:ext cx="11355385" cy="603016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2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F56F-7EBE-41ED-99EB-9330336A4946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83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356759"/>
            <a:ext cx="11431595" cy="614448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3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11B6-0C32-404E-AB61-644CC3499E3D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1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399627"/>
            <a:ext cx="11374437" cy="605874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4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44CC1-C6E8-4D26-9D92-28B4CA4AE237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19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442495"/>
            <a:ext cx="11412543" cy="597300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5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DB0A-4200-471C-9F02-CC8EF55C334C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8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136525"/>
            <a:ext cx="11336332" cy="635406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6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52BED-961D-4FF5-BEE6-1A6EE7B7D587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05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404390"/>
            <a:ext cx="11412543" cy="60492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7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72CD-9A49-4B61-8F79-5CB15542A3D5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634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323416"/>
            <a:ext cx="11269648" cy="621116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8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E73F3-EB53-43CB-AAB6-E323C4BF4E07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96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304364"/>
            <a:ext cx="11307753" cy="624927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9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92E1-CF82-4BF2-9400-9E686430FC90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9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290074"/>
            <a:ext cx="11374437" cy="627785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10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4D33-AD34-4A64-9587-A7D675421C4E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20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299601"/>
            <a:ext cx="11393490" cy="625879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11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89426-74E7-4BC4-A34F-D23948461223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43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304364"/>
            <a:ext cx="11345858" cy="624927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                                              Unit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3F02-AEC8-47F4-80B8-73178402AA07}" type="slidenum">
              <a:rPr lang="en-IN" smtClean="0"/>
              <a:t>12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3EB50-C211-44D6-BC05-8C6BC339B4A6}" type="datetime1">
              <a:rPr lang="en-IN" smtClean="0"/>
              <a:t>10-11-2025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099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84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Swastik Goswami</cp:lastModifiedBy>
  <cp:revision>5</cp:revision>
  <dcterms:created xsi:type="dcterms:W3CDTF">2025-10-13T06:37:05Z</dcterms:created>
  <dcterms:modified xsi:type="dcterms:W3CDTF">2025-11-10T17:01:53Z</dcterms:modified>
</cp:coreProperties>
</file>